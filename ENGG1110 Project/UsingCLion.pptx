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58" r:id="rId4"/>
    <p:sldId id="291" r:id="rId5"/>
    <p:sldId id="321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5" r:id="rId14"/>
    <p:sldId id="336" r:id="rId15"/>
    <p:sldId id="337" r:id="rId16"/>
    <p:sldId id="342" r:id="rId17"/>
    <p:sldId id="339" r:id="rId18"/>
    <p:sldId id="340" r:id="rId19"/>
    <p:sldId id="341" r:id="rId20"/>
  </p:sldIdLst>
  <p:sldSz cx="9144000" cy="6858000" type="screen4x3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B8840BF-0F8A-1B0C-FC3D-0068732B0AFC}" name="Yuli Jiang (CSD)" initials="Y(" userId="S::yulijiang@cuhk.edu.hk::7c291cd4-aa97-4867-8d2d-ebf5c1c3b41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022945-A1FF-C44D-9408-FB9558752C46}" v="423" dt="2025-09-04T02:29:43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FAD4C31C-D169-412F-B0A0-65E3CB828780}"/>
    <pc:docChg chg="addSld modSld">
      <pc:chgData name="Yim Pan Chui, Dr. (CSD)" userId="06f431c5-cc1a-4439-a61b-5f3af947c103" providerId="ADAL" clId="{FAD4C31C-D169-412F-B0A0-65E3CB828780}" dt="2024-07-16T08:27:21.757" v="69" actId="207"/>
      <pc:docMkLst>
        <pc:docMk/>
      </pc:docMkLst>
      <pc:sldChg chg="modSp mod">
        <pc:chgData name="Yim Pan Chui, Dr. (CSD)" userId="06f431c5-cc1a-4439-a61b-5f3af947c103" providerId="ADAL" clId="{FAD4C31C-D169-412F-B0A0-65E3CB828780}" dt="2024-07-16T08:25:41.028" v="26" actId="20577"/>
        <pc:sldMkLst>
          <pc:docMk/>
          <pc:sldMk cId="0" sldId="256"/>
        </pc:sldMkLst>
      </pc:sldChg>
      <pc:sldChg chg="modSp new mod">
        <pc:chgData name="Yim Pan Chui, Dr. (CSD)" userId="06f431c5-cc1a-4439-a61b-5f3af947c103" providerId="ADAL" clId="{FAD4C31C-D169-412F-B0A0-65E3CB828780}" dt="2024-07-16T08:27:21.757" v="69" actId="207"/>
        <pc:sldMkLst>
          <pc:docMk/>
          <pc:sldMk cId="3687534680" sldId="320"/>
        </pc:sldMkLst>
      </pc:sldChg>
    </pc:docChg>
  </pc:docChgLst>
  <pc:docChgLst>
    <pc:chgData name="Yim Pan Chui, Dr. (CSD)" userId="06f431c5-cc1a-4439-a61b-5f3af947c103" providerId="ADAL" clId="{7AB47170-6961-4C0E-86CB-916C0FC4CD91}"/>
    <pc:docChg chg="undo custSel addSld delSld modSld sldOrd">
      <pc:chgData name="Yim Pan Chui, Dr. (CSD)" userId="06f431c5-cc1a-4439-a61b-5f3af947c103" providerId="ADAL" clId="{7AB47170-6961-4C0E-86CB-916C0FC4CD91}" dt="2024-08-25T07:48:27.138" v="545" actId="47"/>
      <pc:docMkLst>
        <pc:docMk/>
      </pc:docMkLst>
      <pc:sldChg chg="modSp mod">
        <pc:chgData name="Yim Pan Chui, Dr. (CSD)" userId="06f431c5-cc1a-4439-a61b-5f3af947c103" providerId="ADAL" clId="{7AB47170-6961-4C0E-86CB-916C0FC4CD91}" dt="2024-08-25T06:46:03.529" v="59" actId="20577"/>
        <pc:sldMkLst>
          <pc:docMk/>
          <pc:sldMk cId="0" sldId="258"/>
        </pc:sldMkLst>
      </pc:sldChg>
      <pc:sldChg chg="modSp mod">
        <pc:chgData name="Yim Pan Chui, Dr. (CSD)" userId="06f431c5-cc1a-4439-a61b-5f3af947c103" providerId="ADAL" clId="{7AB47170-6961-4C0E-86CB-916C0FC4CD91}" dt="2024-08-25T07:06:06.804" v="160"/>
        <pc:sldMkLst>
          <pc:docMk/>
          <pc:sldMk cId="0" sldId="291"/>
        </pc:sldMkLst>
      </pc:sldChg>
      <pc:sldChg chg="modSp mod">
        <pc:chgData name="Yim Pan Chui, Dr. (CSD)" userId="06f431c5-cc1a-4439-a61b-5f3af947c103" providerId="ADAL" clId="{7AB47170-6961-4C0E-86CB-916C0FC4CD91}" dt="2024-08-25T07:06:19.195" v="161" actId="20577"/>
        <pc:sldMkLst>
          <pc:docMk/>
          <pc:sldMk cId="0" sldId="299"/>
        </pc:sldMkLst>
      </pc:sldChg>
      <pc:sldChg chg="modSp mod">
        <pc:chgData name="Yim Pan Chui, Dr. (CSD)" userId="06f431c5-cc1a-4439-a61b-5f3af947c103" providerId="ADAL" clId="{7AB47170-6961-4C0E-86CB-916C0FC4CD91}" dt="2024-08-25T07:06:06.804" v="160"/>
        <pc:sldMkLst>
          <pc:docMk/>
          <pc:sldMk cId="0" sldId="305"/>
        </pc:sldMkLst>
      </pc:sldChg>
      <pc:sldChg chg="modSp mod">
        <pc:chgData name="Yim Pan Chui, Dr. (CSD)" userId="06f431c5-cc1a-4439-a61b-5f3af947c103" providerId="ADAL" clId="{7AB47170-6961-4C0E-86CB-916C0FC4CD91}" dt="2024-08-25T07:12:11.959" v="208" actId="20577"/>
        <pc:sldMkLst>
          <pc:docMk/>
          <pc:sldMk cId="0" sldId="308"/>
        </pc:sldMkLst>
      </pc:sldChg>
      <pc:sldChg chg="addSp modSp mod">
        <pc:chgData name="Yim Pan Chui, Dr. (CSD)" userId="06f431c5-cc1a-4439-a61b-5f3af947c103" providerId="ADAL" clId="{7AB47170-6961-4C0E-86CB-916C0FC4CD91}" dt="2024-08-25T07:48:14.597" v="544" actId="404"/>
        <pc:sldMkLst>
          <pc:docMk/>
          <pc:sldMk cId="0" sldId="311"/>
        </pc:sldMkLst>
      </pc:sldChg>
      <pc:sldChg chg="addSp modSp mod chgLayout">
        <pc:chgData name="Yim Pan Chui, Dr. (CSD)" userId="06f431c5-cc1a-4439-a61b-5f3af947c103" providerId="ADAL" clId="{7AB47170-6961-4C0E-86CB-916C0FC4CD91}" dt="2024-08-25T07:48:07.621" v="543" actId="404"/>
        <pc:sldMkLst>
          <pc:docMk/>
          <pc:sldMk cId="0" sldId="319"/>
        </pc:sldMkLst>
      </pc:sldChg>
      <pc:sldChg chg="del">
        <pc:chgData name="Yim Pan Chui, Dr. (CSD)" userId="06f431c5-cc1a-4439-a61b-5f3af947c103" providerId="ADAL" clId="{7AB47170-6961-4C0E-86CB-916C0FC4CD91}" dt="2024-08-25T07:48:27.138" v="545" actId="47"/>
        <pc:sldMkLst>
          <pc:docMk/>
          <pc:sldMk cId="3687534680" sldId="320"/>
        </pc:sldMkLst>
      </pc:sldChg>
      <pc:sldChg chg="addSp delSp modSp new mod">
        <pc:chgData name="Yim Pan Chui, Dr. (CSD)" userId="06f431c5-cc1a-4439-a61b-5f3af947c103" providerId="ADAL" clId="{7AB47170-6961-4C0E-86CB-916C0FC4CD91}" dt="2024-08-25T07:06:06.804" v="160"/>
        <pc:sldMkLst>
          <pc:docMk/>
          <pc:sldMk cId="2158494989" sldId="321"/>
        </pc:sldMkLst>
      </pc:sldChg>
      <pc:sldChg chg="addSp delSp modSp new del mod ord">
        <pc:chgData name="Yim Pan Chui, Dr. (CSD)" userId="06f431c5-cc1a-4439-a61b-5f3af947c103" providerId="ADAL" clId="{7AB47170-6961-4C0E-86CB-916C0FC4CD91}" dt="2024-08-25T07:46:44.521" v="504" actId="47"/>
        <pc:sldMkLst>
          <pc:docMk/>
          <pc:sldMk cId="4032988721" sldId="322"/>
        </pc:sldMkLst>
      </pc:sldChg>
    </pc:docChg>
  </pc:docChgLst>
  <pc:docChgLst>
    <pc:chgData name="Yuli Jiang (CSD)" userId="S::yulijiang@cuhk.edu.hk::7c291cd4-aa97-4867-8d2d-ebf5c1c3b419" providerId="AD" clId="Web-{5F1E16D6-6C74-7813-58F9-22C870102FC5}"/>
    <pc:docChg chg="mod addSld delSld modSld">
      <pc:chgData name="Yuli Jiang (CSD)" userId="S::yulijiang@cuhk.edu.hk::7c291cd4-aa97-4867-8d2d-ebf5c1c3b419" providerId="AD" clId="Web-{5F1E16D6-6C74-7813-58F9-22C870102FC5}" dt="2024-08-27T15:49:17.553" v="269"/>
      <pc:docMkLst>
        <pc:docMk/>
      </pc:docMkLst>
      <pc:sldChg chg="modSp">
        <pc:chgData name="Yuli Jiang (CSD)" userId="S::yulijiang@cuhk.edu.hk::7c291cd4-aa97-4867-8d2d-ebf5c1c3b419" providerId="AD" clId="Web-{5F1E16D6-6C74-7813-58F9-22C870102FC5}" dt="2024-08-27T15:43:30.399" v="241" actId="20577"/>
        <pc:sldMkLst>
          <pc:docMk/>
          <pc:sldMk cId="0" sldId="293"/>
        </pc:sldMkLst>
      </pc:sldChg>
      <pc:sldChg chg="add del mod modShow">
        <pc:chgData name="Yuli Jiang (CSD)" userId="S::yulijiang@cuhk.edu.hk::7c291cd4-aa97-4867-8d2d-ebf5c1c3b419" providerId="AD" clId="Web-{5F1E16D6-6C74-7813-58F9-22C870102FC5}" dt="2024-08-27T15:45:40.186" v="261"/>
        <pc:sldMkLst>
          <pc:docMk/>
          <pc:sldMk cId="0" sldId="311"/>
        </pc:sldMkLst>
      </pc:sldChg>
      <pc:sldChg chg="add del mod modShow">
        <pc:chgData name="Yuli Jiang (CSD)" userId="S::yulijiang@cuhk.edu.hk::7c291cd4-aa97-4867-8d2d-ebf5c1c3b419" providerId="AD" clId="Web-{5F1E16D6-6C74-7813-58F9-22C870102FC5}" dt="2024-08-27T15:45:39.999" v="258"/>
        <pc:sldMkLst>
          <pc:docMk/>
          <pc:sldMk cId="0" sldId="312"/>
        </pc:sldMkLst>
      </pc:sldChg>
      <pc:sldChg chg="add del mod modShow">
        <pc:chgData name="Yuli Jiang (CSD)" userId="S::yulijiang@cuhk.edu.hk::7c291cd4-aa97-4867-8d2d-ebf5c1c3b419" providerId="AD" clId="Web-{5F1E16D6-6C74-7813-58F9-22C870102FC5}" dt="2024-08-27T15:45:40.061" v="259"/>
        <pc:sldMkLst>
          <pc:docMk/>
          <pc:sldMk cId="0" sldId="313"/>
        </pc:sldMkLst>
      </pc:sldChg>
      <pc:sldChg chg="modSp add del mod modShow">
        <pc:chgData name="Yuli Jiang (CSD)" userId="S::yulijiang@cuhk.edu.hk::7c291cd4-aa97-4867-8d2d-ebf5c1c3b419" providerId="AD" clId="Web-{5F1E16D6-6C74-7813-58F9-22C870102FC5}" dt="2024-08-27T15:46:02.890" v="268" actId="20577"/>
        <pc:sldMkLst>
          <pc:docMk/>
          <pc:sldMk cId="0" sldId="314"/>
        </pc:sldMkLst>
      </pc:sldChg>
      <pc:sldChg chg="add del mod modShow">
        <pc:chgData name="Yuli Jiang (CSD)" userId="S::yulijiang@cuhk.edu.hk::7c291cd4-aa97-4867-8d2d-ebf5c1c3b419" providerId="AD" clId="Web-{5F1E16D6-6C74-7813-58F9-22C870102FC5}" dt="2024-08-27T15:45:39.952" v="257"/>
        <pc:sldMkLst>
          <pc:docMk/>
          <pc:sldMk cId="0" sldId="319"/>
        </pc:sldMkLst>
      </pc:sldChg>
      <pc:sldChg chg="addSp delSp modSp new">
        <pc:chgData name="Yuli Jiang (CSD)" userId="S::yulijiang@cuhk.edu.hk::7c291cd4-aa97-4867-8d2d-ebf5c1c3b419" providerId="AD" clId="Web-{5F1E16D6-6C74-7813-58F9-22C870102FC5}" dt="2024-08-27T15:33:36.442" v="71" actId="20577"/>
        <pc:sldMkLst>
          <pc:docMk/>
          <pc:sldMk cId="835179918" sldId="322"/>
        </pc:sldMkLst>
      </pc:sldChg>
      <pc:sldChg chg="addSp delSp modSp new">
        <pc:chgData name="Yuli Jiang (CSD)" userId="S::yulijiang@cuhk.edu.hk::7c291cd4-aa97-4867-8d2d-ebf5c1c3b419" providerId="AD" clId="Web-{5F1E16D6-6C74-7813-58F9-22C870102FC5}" dt="2024-08-27T15:42:17.365" v="222"/>
        <pc:sldMkLst>
          <pc:docMk/>
          <pc:sldMk cId="3513091539" sldId="323"/>
        </pc:sldMkLst>
      </pc:sldChg>
      <pc:sldChg chg="addSp delSp modSp new">
        <pc:chgData name="Yuli Jiang (CSD)" userId="S::yulijiang@cuhk.edu.hk::7c291cd4-aa97-4867-8d2d-ebf5c1c3b419" providerId="AD" clId="Web-{5F1E16D6-6C74-7813-58F9-22C870102FC5}" dt="2024-08-27T15:44:09.089" v="246" actId="1076"/>
        <pc:sldMkLst>
          <pc:docMk/>
          <pc:sldMk cId="3114750239" sldId="324"/>
        </pc:sldMkLst>
      </pc:sldChg>
    </pc:docChg>
  </pc:docChgLst>
  <pc:docChgLst>
    <pc:chgData name="Chuck jee Chau (CSD)" userId="7aa7a09e-983f-4214-9e5a-071cbb678e81" providerId="ADAL" clId="{C5F802B6-31A9-5850-8719-294AAD25451D}"/>
    <pc:docChg chg="undo custSel addSld delSld modSld sldOrd">
      <pc:chgData name="Chuck jee Chau (CSD)" userId="7aa7a09e-983f-4214-9e5a-071cbb678e81" providerId="ADAL" clId="{C5F802B6-31A9-5850-8719-294AAD25451D}" dt="2025-09-04T02:29:43.153" v="423" actId="18331"/>
      <pc:docMkLst>
        <pc:docMk/>
      </pc:docMkLst>
      <pc:sldChg chg="del">
        <pc:chgData name="Chuck jee Chau (CSD)" userId="7aa7a09e-983f-4214-9e5a-071cbb678e81" providerId="ADAL" clId="{C5F802B6-31A9-5850-8719-294AAD25451D}" dt="2025-08-26T08:57:21.463" v="1" actId="2696"/>
        <pc:sldMkLst>
          <pc:docMk/>
          <pc:sldMk cId="0" sldId="299"/>
        </pc:sldMkLst>
      </pc:sldChg>
      <pc:sldChg chg="del">
        <pc:chgData name="Chuck jee Chau (CSD)" userId="7aa7a09e-983f-4214-9e5a-071cbb678e81" providerId="ADAL" clId="{C5F802B6-31A9-5850-8719-294AAD25451D}" dt="2025-08-26T08:57:26.371" v="2" actId="2696"/>
        <pc:sldMkLst>
          <pc:docMk/>
          <pc:sldMk cId="0" sldId="308"/>
        </pc:sldMkLst>
      </pc:sldChg>
      <pc:sldChg chg="add">
        <pc:chgData name="Chuck jee Chau (CSD)" userId="7aa7a09e-983f-4214-9e5a-071cbb678e81" providerId="ADAL" clId="{C5F802B6-31A9-5850-8719-294AAD25451D}" dt="2025-08-26T08:57:18.678" v="0"/>
        <pc:sldMkLst>
          <pc:docMk/>
          <pc:sldMk cId="0" sldId="309"/>
        </pc:sldMkLst>
      </pc:sldChg>
      <pc:sldChg chg="add">
        <pc:chgData name="Chuck jee Chau (CSD)" userId="7aa7a09e-983f-4214-9e5a-071cbb678e81" providerId="ADAL" clId="{C5F802B6-31A9-5850-8719-294AAD25451D}" dt="2025-08-26T08:57:18.678" v="0"/>
        <pc:sldMkLst>
          <pc:docMk/>
          <pc:sldMk cId="0" sldId="333"/>
        </pc:sldMkLst>
      </pc:sldChg>
      <pc:sldChg chg="add">
        <pc:chgData name="Chuck jee Chau (CSD)" userId="7aa7a09e-983f-4214-9e5a-071cbb678e81" providerId="ADAL" clId="{C5F802B6-31A9-5850-8719-294AAD25451D}" dt="2025-08-26T08:57:18.678" v="0"/>
        <pc:sldMkLst>
          <pc:docMk/>
          <pc:sldMk cId="0" sldId="334"/>
        </pc:sldMkLst>
      </pc:sldChg>
      <pc:sldChg chg="addSp delSp modSp new mod ord">
        <pc:chgData name="Chuck jee Chau (CSD)" userId="7aa7a09e-983f-4214-9e5a-071cbb678e81" providerId="ADAL" clId="{C5F802B6-31A9-5850-8719-294AAD25451D}" dt="2025-09-04T02:29:43.153" v="423" actId="18331"/>
        <pc:sldMkLst>
          <pc:docMk/>
          <pc:sldMk cId="1039453250" sldId="342"/>
        </pc:sldMkLst>
        <pc:spChg chg="mod">
          <ac:chgData name="Chuck jee Chau (CSD)" userId="7aa7a09e-983f-4214-9e5a-071cbb678e81" providerId="ADAL" clId="{C5F802B6-31A9-5850-8719-294AAD25451D}" dt="2025-09-04T02:21:55.958" v="30" actId="20577"/>
          <ac:spMkLst>
            <pc:docMk/>
            <pc:sldMk cId="1039453250" sldId="342"/>
            <ac:spMk id="2" creationId="{80193575-3CDA-B9BB-ADB4-E721490D79F9}"/>
          </ac:spMkLst>
        </pc:spChg>
        <pc:spChg chg="mod">
          <ac:chgData name="Chuck jee Chau (CSD)" userId="7aa7a09e-983f-4214-9e5a-071cbb678e81" providerId="ADAL" clId="{C5F802B6-31A9-5850-8719-294AAD25451D}" dt="2025-09-04T02:28:08.096" v="381" actId="114"/>
          <ac:spMkLst>
            <pc:docMk/>
            <pc:sldMk cId="1039453250" sldId="342"/>
            <ac:spMk id="3" creationId="{A3D184A5-C0EE-CE93-B615-7BE2706A77C7}"/>
          </ac:spMkLst>
        </pc:spChg>
        <pc:spChg chg="add del">
          <ac:chgData name="Chuck jee Chau (CSD)" userId="7aa7a09e-983f-4214-9e5a-071cbb678e81" providerId="ADAL" clId="{C5F802B6-31A9-5850-8719-294AAD25451D}" dt="2025-09-04T02:24:18.358" v="267" actId="22"/>
          <ac:spMkLst>
            <pc:docMk/>
            <pc:sldMk cId="1039453250" sldId="342"/>
            <ac:spMk id="5" creationId="{0EEE1597-5B29-CD21-D052-4CC5258D99A7}"/>
          </ac:spMkLst>
        </pc:spChg>
        <pc:spChg chg="add mod">
          <ac:chgData name="Chuck jee Chau (CSD)" userId="7aa7a09e-983f-4214-9e5a-071cbb678e81" providerId="ADAL" clId="{C5F802B6-31A9-5850-8719-294AAD25451D}" dt="2025-09-04T02:26:30.603" v="328" actId="1035"/>
          <ac:spMkLst>
            <pc:docMk/>
            <pc:sldMk cId="1039453250" sldId="342"/>
            <ac:spMk id="10" creationId="{D3EA8B1A-4C58-F2AC-45F0-AA8A089C74AF}"/>
          </ac:spMkLst>
        </pc:spChg>
        <pc:spChg chg="add mod">
          <ac:chgData name="Chuck jee Chau (CSD)" userId="7aa7a09e-983f-4214-9e5a-071cbb678e81" providerId="ADAL" clId="{C5F802B6-31A9-5850-8719-294AAD25451D}" dt="2025-09-04T02:28:48.103" v="389" actId="113"/>
          <ac:spMkLst>
            <pc:docMk/>
            <pc:sldMk cId="1039453250" sldId="342"/>
            <ac:spMk id="11" creationId="{093C87DD-2876-3848-755F-CEFDDF65C79B}"/>
          </ac:spMkLst>
        </pc:spChg>
        <pc:spChg chg="add mod">
          <ac:chgData name="Chuck jee Chau (CSD)" userId="7aa7a09e-983f-4214-9e5a-071cbb678e81" providerId="ADAL" clId="{C5F802B6-31A9-5850-8719-294AAD25451D}" dt="2025-09-04T02:28:02.854" v="379" actId="571"/>
          <ac:spMkLst>
            <pc:docMk/>
            <pc:sldMk cId="1039453250" sldId="342"/>
            <ac:spMk id="12" creationId="{68931403-3C41-387A-9C84-86C3EDF5B862}"/>
          </ac:spMkLst>
        </pc:spChg>
        <pc:spChg chg="add mod">
          <ac:chgData name="Chuck jee Chau (CSD)" userId="7aa7a09e-983f-4214-9e5a-071cbb678e81" providerId="ADAL" clId="{C5F802B6-31A9-5850-8719-294AAD25451D}" dt="2025-09-04T02:29:25.285" v="422" actId="1038"/>
          <ac:spMkLst>
            <pc:docMk/>
            <pc:sldMk cId="1039453250" sldId="342"/>
            <ac:spMk id="13" creationId="{5903C675-7D70-FA2E-27E2-909CEEB550E4}"/>
          </ac:spMkLst>
        </pc:spChg>
        <pc:picChg chg="add del mod">
          <ac:chgData name="Chuck jee Chau (CSD)" userId="7aa7a09e-983f-4214-9e5a-071cbb678e81" providerId="ADAL" clId="{C5F802B6-31A9-5850-8719-294AAD25451D}" dt="2025-09-04T02:24:28.495" v="271" actId="478"/>
          <ac:picMkLst>
            <pc:docMk/>
            <pc:sldMk cId="1039453250" sldId="342"/>
            <ac:picMk id="7" creationId="{E17FCD29-9EE1-4A71-89C6-C8C2E488CEF2}"/>
          </ac:picMkLst>
        </pc:picChg>
        <pc:picChg chg="add mod">
          <ac:chgData name="Chuck jee Chau (CSD)" userId="7aa7a09e-983f-4214-9e5a-071cbb678e81" providerId="ADAL" clId="{C5F802B6-31A9-5850-8719-294AAD25451D}" dt="2025-09-04T02:29:43.153" v="423" actId="18331"/>
          <ac:picMkLst>
            <pc:docMk/>
            <pc:sldMk cId="1039453250" sldId="342"/>
            <ac:picMk id="9" creationId="{EDB8A7DA-FD4E-0B40-17F8-104A575FADAE}"/>
          </ac:picMkLst>
        </pc:picChg>
      </pc:sldChg>
    </pc:docChg>
  </pc:docChgLst>
  <pc:docChgLst>
    <pc:chgData name="Yuli Jiang (CSD)" userId="S::yulijiang@cuhk.edu.hk::7c291cd4-aa97-4867-8d2d-ebf5c1c3b419" providerId="AD" clId="Web-{5664C9E3-B344-4BAA-EDA6-2E1F7FEDAA50}"/>
    <pc:docChg chg="modSld">
      <pc:chgData name="Yuli Jiang (CSD)" userId="S::yulijiang@cuhk.edu.hk::7c291cd4-aa97-4867-8d2d-ebf5c1c3b419" providerId="AD" clId="Web-{5664C9E3-B344-4BAA-EDA6-2E1F7FEDAA50}" dt="2024-08-26T04:01:02.305" v="95" actId="20577"/>
      <pc:docMkLst>
        <pc:docMk/>
      </pc:docMkLst>
      <pc:sldChg chg="modSp">
        <pc:chgData name="Yuli Jiang (CSD)" userId="S::yulijiang@cuhk.edu.hk::7c291cd4-aa97-4867-8d2d-ebf5c1c3b419" providerId="AD" clId="Web-{5664C9E3-B344-4BAA-EDA6-2E1F7FEDAA50}" dt="2024-08-26T04:01:02.305" v="95" actId="20577"/>
        <pc:sldMkLst>
          <pc:docMk/>
          <pc:sldMk cId="0" sldId="293"/>
        </pc:sldMkLst>
      </pc:sldChg>
      <pc:sldChg chg="modSp">
        <pc:chgData name="Yuli Jiang (CSD)" userId="S::yulijiang@cuhk.edu.hk::7c291cd4-aa97-4867-8d2d-ebf5c1c3b419" providerId="AD" clId="Web-{5664C9E3-B344-4BAA-EDA6-2E1F7FEDAA50}" dt="2024-08-26T03:26:04.223" v="1" actId="20577"/>
        <pc:sldMkLst>
          <pc:docMk/>
          <pc:sldMk cId="0" sldId="294"/>
        </pc:sldMkLst>
      </pc:sldChg>
      <pc:sldChg chg="modSp">
        <pc:chgData name="Yuli Jiang (CSD)" userId="S::yulijiang@cuhk.edu.hk::7c291cd4-aa97-4867-8d2d-ebf5c1c3b419" providerId="AD" clId="Web-{5664C9E3-B344-4BAA-EDA6-2E1F7FEDAA50}" dt="2024-08-26T03:50:33.578" v="3" actId="20577"/>
        <pc:sldMkLst>
          <pc:docMk/>
          <pc:sldMk cId="0" sldId="295"/>
        </pc:sldMkLst>
      </pc:sldChg>
      <pc:sldChg chg="modSp">
        <pc:chgData name="Yuli Jiang (CSD)" userId="S::yulijiang@cuhk.edu.hk::7c291cd4-aa97-4867-8d2d-ebf5c1c3b419" providerId="AD" clId="Web-{5664C9E3-B344-4BAA-EDA6-2E1F7FEDAA50}" dt="2024-08-26T03:56:02.481" v="4" actId="1076"/>
        <pc:sldMkLst>
          <pc:docMk/>
          <pc:sldMk cId="0" sldId="297"/>
        </pc:sldMkLst>
      </pc:sldChg>
      <pc:sldChg chg="modSp">
        <pc:chgData name="Yuli Jiang (CSD)" userId="S::yulijiang@cuhk.edu.hk::7c291cd4-aa97-4867-8d2d-ebf5c1c3b419" providerId="AD" clId="Web-{5664C9E3-B344-4BAA-EDA6-2E1F7FEDAA50}" dt="2024-08-26T03:57:51.189" v="5" actId="20577"/>
        <pc:sldMkLst>
          <pc:docMk/>
          <pc:sldMk cId="0" sldId="314"/>
        </pc:sldMkLst>
      </pc:sldChg>
    </pc:docChg>
  </pc:docChgLst>
  <pc:docChgLst>
    <pc:chgData name="Yim Pan Chui, Dr. (CSD)" userId="06f431c5-cc1a-4439-a61b-5f3af947c103" providerId="ADAL" clId="{E11DFCD1-56BF-49F1-B429-ABDD179230DD}"/>
    <pc:docChg chg="modSld">
      <pc:chgData name="Yim Pan Chui, Dr. (CSD)" userId="06f431c5-cc1a-4439-a61b-5f3af947c103" providerId="ADAL" clId="{E11DFCD1-56BF-49F1-B429-ABDD179230DD}" dt="2024-07-16T08:24:55.432" v="0" actId="14100"/>
      <pc:docMkLst>
        <pc:docMk/>
      </pc:docMkLst>
      <pc:sldChg chg="modSp mod">
        <pc:chgData name="Yim Pan Chui, Dr. (CSD)" userId="06f431c5-cc1a-4439-a61b-5f3af947c103" providerId="ADAL" clId="{E11DFCD1-56BF-49F1-B429-ABDD179230DD}" dt="2024-07-16T08:24:55.432" v="0" actId="14100"/>
        <pc:sldMkLst>
          <pc:docMk/>
          <pc:sldMk cId="0" sldId="29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HK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7640D-29FD-4384-BCE6-7E02761505C2}" type="datetimeFigureOut">
              <a:rPr lang="zh-HK" altLang="en-US" smtClean="0"/>
              <a:t>3/9/2025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6D5C1-230A-4CE1-9158-E4745A680DC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clion/download/?section=mac" TargetMode="External"/><Relationship Id="rId2" Type="http://schemas.openxmlformats.org/officeDocument/2006/relationships/hyperlink" Target="https://www.jetbrains.com/clion/download/#section=window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academy/student-pack/" TargetMode="External"/><Relationship Id="rId2" Type="http://schemas.openxmlformats.org/officeDocument/2006/relationships/hyperlink" Target="https://www.jetbrains.com/legal/docs/toolbox/license_non-commercial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2"/>
            <a:ext cx="7772400" cy="3867883"/>
          </a:xfrm>
        </p:spPr>
        <p:txBody>
          <a:bodyPr>
            <a:normAutofit/>
          </a:bodyPr>
          <a:lstStyle/>
          <a:p>
            <a:r>
              <a:rPr lang="en-US" altLang="zh-HK"/>
              <a:t>Using </a:t>
            </a:r>
            <a:r>
              <a:rPr lang="en-US" altLang="zh-CN" err="1"/>
              <a:t>CLion</a:t>
            </a:r>
            <a:br>
              <a:rPr lang="en-US" altLang="zh-HK"/>
            </a:br>
            <a:r>
              <a:rPr lang="en-US" altLang="zh-HK"/>
              <a:t>on</a:t>
            </a:r>
            <a:br>
              <a:rPr lang="en-US" altLang="zh-HK"/>
            </a:br>
            <a:r>
              <a:rPr lang="en-US" altLang="zh-HK"/>
              <a:t>Windows or MacOS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What is </a:t>
            </a:r>
            <a:r>
              <a:rPr lang="en-US" altLang="zh-HK" err="1"/>
              <a:t>CLion</a:t>
            </a:r>
            <a:r>
              <a:rPr lang="en-US" altLang="zh-HK"/>
              <a:t>?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/>
            <a:r>
              <a:rPr lang="en-US" altLang="zh-CN" b="1" i="0">
                <a:effectLst/>
              </a:rPr>
              <a:t>A cross-platform IDE for C and C++</a:t>
            </a:r>
          </a:p>
          <a:p>
            <a:pPr algn="l" fontAlgn="base"/>
            <a:endParaRPr lang="en-US" altLang="zh-CN" b="1" i="0">
              <a:effectLst/>
            </a:endParaRPr>
          </a:p>
          <a:p>
            <a:pPr marL="0" indent="0" algn="l" fontAlgn="base">
              <a:buNone/>
            </a:pPr>
            <a:r>
              <a:rPr lang="en-US" altLang="zh-CN" b="1"/>
              <a:t>What is an IDE?</a:t>
            </a:r>
            <a:endParaRPr lang="en-US" altLang="zh-CN" b="1" i="0">
              <a:effectLst/>
            </a:endParaRPr>
          </a:p>
          <a:p>
            <a:r>
              <a:rPr lang="en-US" altLang="zh-CN">
                <a:solidFill>
                  <a:srgbClr val="1F1F1F"/>
                </a:solidFill>
                <a:latin typeface="Google Sans"/>
              </a:rPr>
              <a:t>An I</a:t>
            </a:r>
            <a:r>
              <a:rPr lang="en-US" altLang="zh-CN" b="0" i="0">
                <a:solidFill>
                  <a:srgbClr val="1F1F1F"/>
                </a:solidFill>
                <a:effectLst/>
                <a:latin typeface="Google Sans"/>
              </a:rPr>
              <a:t>ntegrated </a:t>
            </a:r>
            <a:r>
              <a:rPr lang="en-US" altLang="zh-CN">
                <a:solidFill>
                  <a:srgbClr val="1F1F1F"/>
                </a:solidFill>
                <a:latin typeface="Google Sans"/>
              </a:rPr>
              <a:t>D</a:t>
            </a:r>
            <a:r>
              <a:rPr lang="en-US" altLang="zh-CN" b="0" i="0">
                <a:solidFill>
                  <a:srgbClr val="1F1F1F"/>
                </a:solidFill>
                <a:effectLst/>
                <a:latin typeface="Google Sans"/>
              </a:rPr>
              <a:t>evelopment </a:t>
            </a:r>
            <a:r>
              <a:rPr lang="en-US" altLang="zh-CN">
                <a:solidFill>
                  <a:srgbClr val="1F1F1F"/>
                </a:solidFill>
                <a:latin typeface="Google Sans"/>
              </a:rPr>
              <a:t>E</a:t>
            </a:r>
            <a:r>
              <a:rPr lang="en-US" altLang="zh-CN" b="0" i="0">
                <a:solidFill>
                  <a:srgbClr val="1F1F1F"/>
                </a:solidFill>
                <a:effectLst/>
                <a:latin typeface="Google Sans"/>
              </a:rPr>
              <a:t>nvironment (IDE) is </a:t>
            </a:r>
            <a:r>
              <a:rPr lang="en-US" altLang="zh-CN" b="0" i="0">
                <a:solidFill>
                  <a:srgbClr val="040C28"/>
                </a:solidFill>
                <a:effectLst/>
                <a:latin typeface="Google Sans"/>
              </a:rPr>
              <a:t>a software application that helps programmers develop software code efficiently</a:t>
            </a:r>
            <a:r>
              <a:rPr lang="en-US" altLang="zh-CN" b="0" i="0">
                <a:solidFill>
                  <a:srgbClr val="1F1F1F"/>
                </a:solidFill>
                <a:effectLst/>
                <a:latin typeface="Google Sans"/>
              </a:rPr>
              <a:t> </a:t>
            </a:r>
          </a:p>
          <a:p>
            <a:endParaRPr lang="en-US" altLang="zh-H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Download and Install </a:t>
            </a:r>
            <a:r>
              <a:rPr lang="en-US" altLang="zh-HK" err="1"/>
              <a:t>CLion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608363"/>
            <a:ext cx="7903029" cy="4568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/>
              <a:t>Windows:</a:t>
            </a:r>
          </a:p>
          <a:p>
            <a:pPr marL="0" indent="0">
              <a:buNone/>
            </a:pPr>
            <a:r>
              <a:rPr lang="en-US" altLang="zh-HK" i="1">
                <a:hlinkClick r:id="rId2"/>
              </a:rPr>
              <a:t>https://www.jetbrains.com/clion/download/#section=windows</a:t>
            </a:r>
            <a:endParaRPr lang="en-US" altLang="zh-HK" i="1"/>
          </a:p>
          <a:p>
            <a:pPr marL="0" indent="0">
              <a:buNone/>
            </a:pPr>
            <a:endParaRPr lang="en-US" altLang="zh-HK"/>
          </a:p>
          <a:p>
            <a:pPr marL="0" indent="0">
              <a:buNone/>
            </a:pPr>
            <a:r>
              <a:rPr lang="en-US" altLang="zh-HK"/>
              <a:t>MacOS:</a:t>
            </a:r>
          </a:p>
          <a:p>
            <a:pPr marL="0" indent="0">
              <a:buNone/>
            </a:pPr>
            <a:r>
              <a:rPr lang="en-US" altLang="zh-HK" i="1">
                <a:hlinkClick r:id="rId3"/>
              </a:rPr>
              <a:t>https://www.jetbrains.com/clion/download/?section=mac</a:t>
            </a:r>
            <a:endParaRPr lang="en-US" altLang="zh-HK" i="1"/>
          </a:p>
          <a:p>
            <a:r>
              <a:rPr lang="en-US" altLang="zh-HK"/>
              <a:t>Most Mac computers are with Apple silicon since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Search for </a:t>
            </a:r>
            <a:r>
              <a:rPr lang="en-US" err="1"/>
              <a:t>CLion</a:t>
            </a:r>
            <a:r>
              <a:rPr lang="en-US"/>
              <a:t> to open (MacOS)</a:t>
            </a:r>
          </a:p>
        </p:txBody>
      </p:sp>
      <p:pic>
        <p:nvPicPr>
          <p:cNvPr id="5" name="内容占位符 4" descr="图形用户界面, 应用程序&#10;&#10;描述已自动生成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944" y="1825625"/>
            <a:ext cx="7338111" cy="919240"/>
          </a:xfrm>
        </p:spPr>
      </p:pic>
      <p:sp>
        <p:nvSpPr>
          <p:cNvPr id="9" name="矩形: 圆角 8"/>
          <p:cNvSpPr/>
          <p:nvPr/>
        </p:nvSpPr>
        <p:spPr>
          <a:xfrm>
            <a:off x="3427975" y="1607376"/>
            <a:ext cx="1951813" cy="537159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直接箭头连接符 9"/>
          <p:cNvCxnSpPr>
            <a:cxnSpLocks/>
          </p:cNvCxnSpPr>
          <p:nvPr/>
        </p:nvCxnSpPr>
        <p:spPr>
          <a:xfrm>
            <a:off x="2817008" y="1284366"/>
            <a:ext cx="610967" cy="54125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207777A2-C50A-AD00-C6AA-63A4FDC8F5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3275" y="4068568"/>
            <a:ext cx="7536815" cy="1561160"/>
          </a:xfrm>
          <a:prstGeom prst="rect">
            <a:avLst/>
          </a:prstGeom>
        </p:spPr>
      </p:pic>
      <p:sp>
        <p:nvSpPr>
          <p:cNvPr id="4" name="Down Arrow 3">
            <a:extLst>
              <a:ext uri="{FF2B5EF4-FFF2-40B4-BE49-F238E27FC236}">
                <a16:creationId xmlns:a16="http://schemas.microsoft.com/office/drawing/2014/main" id="{C761ADA6-2B38-5793-B4EC-736127DC82F9}"/>
              </a:ext>
            </a:extLst>
          </p:cNvPr>
          <p:cNvSpPr/>
          <p:nvPr/>
        </p:nvSpPr>
        <p:spPr>
          <a:xfrm>
            <a:off x="4364853" y="3245081"/>
            <a:ext cx="413657" cy="44631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E0174-9963-2285-B8A3-2C3F3FFE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Search for </a:t>
            </a:r>
            <a:r>
              <a:rPr lang="en-US" altLang="zh-HK" err="1"/>
              <a:t>CLion</a:t>
            </a:r>
            <a:r>
              <a:rPr lang="en-US" altLang="zh-HK"/>
              <a:t> to open (Windows)</a:t>
            </a:r>
            <a:endParaRPr lang="zh-HK" altLang="en-US"/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15FC0793-6D17-3FE1-D7E8-CCB6A8A18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8996" y="1690689"/>
            <a:ext cx="3866008" cy="3305136"/>
          </a:xfrm>
          <a:prstGeom prst="rect">
            <a:avLst/>
          </a:prstGeom>
        </p:spPr>
      </p:pic>
      <p:sp>
        <p:nvSpPr>
          <p:cNvPr id="6" name="矩形: 圆角 8">
            <a:extLst>
              <a:ext uri="{FF2B5EF4-FFF2-40B4-BE49-F238E27FC236}">
                <a16:creationId xmlns:a16="http://schemas.microsoft.com/office/drawing/2014/main" id="{FC8B12CB-7D66-9338-D562-134986881EB5}"/>
              </a:ext>
            </a:extLst>
          </p:cNvPr>
          <p:cNvSpPr/>
          <p:nvPr/>
        </p:nvSpPr>
        <p:spPr>
          <a:xfrm>
            <a:off x="2793108" y="4068567"/>
            <a:ext cx="2747973" cy="739739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箭头连接符 9">
            <a:extLst>
              <a:ext uri="{FF2B5EF4-FFF2-40B4-BE49-F238E27FC236}">
                <a16:creationId xmlns:a16="http://schemas.microsoft.com/office/drawing/2014/main" id="{A26863C8-F834-D285-4514-2BE6688CFB1E}"/>
              </a:ext>
            </a:extLst>
          </p:cNvPr>
          <p:cNvCxnSpPr>
            <a:cxnSpLocks/>
          </p:cNvCxnSpPr>
          <p:nvPr/>
        </p:nvCxnSpPr>
        <p:spPr>
          <a:xfrm>
            <a:off x="2202691" y="3945373"/>
            <a:ext cx="610967" cy="54125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49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9C2C-9036-24B3-16C0-969822D8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 the User Agreement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842BD3-0CDD-45C3-500F-C3875BD1D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3825" y="1825625"/>
            <a:ext cx="5416350" cy="4351338"/>
          </a:xfrm>
        </p:spPr>
      </p:pic>
    </p:spTree>
    <p:extLst>
      <p:ext uri="{BB962C8B-B14F-4D97-AF65-F5344CB8AC3E}">
        <p14:creationId xmlns:p14="http://schemas.microsoft.com/office/powerpoint/2010/main" val="350393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9182-F8D3-DDAC-616B-3CEB7711F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Choose for </a:t>
            </a:r>
            <a:r>
              <a:rPr lang="en-US" b="1"/>
              <a:t>Non-Commercial </a:t>
            </a:r>
            <a:r>
              <a:rPr lang="en-US"/>
              <a:t>Use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1B377C-7DA0-CC29-F2F3-81214A3D9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412" y="1395525"/>
            <a:ext cx="4447294" cy="3602736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C7A187-6D2C-8563-882F-3866014479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4584" y="2321934"/>
            <a:ext cx="5599416" cy="4536066"/>
          </a:xfrm>
          <a:prstGeom prst="rect">
            <a:avLst/>
          </a:prstGeom>
        </p:spPr>
      </p:pic>
      <p:cxnSp>
        <p:nvCxnSpPr>
          <p:cNvPr id="8" name="直接箭头连接符 9">
            <a:extLst>
              <a:ext uri="{FF2B5EF4-FFF2-40B4-BE49-F238E27FC236}">
                <a16:creationId xmlns:a16="http://schemas.microsoft.com/office/drawing/2014/main" id="{828C2C2C-077C-08E2-8D1C-269967A82471}"/>
              </a:ext>
            </a:extLst>
          </p:cNvPr>
          <p:cNvCxnSpPr>
            <a:cxnSpLocks/>
          </p:cNvCxnSpPr>
          <p:nvPr/>
        </p:nvCxnSpPr>
        <p:spPr>
          <a:xfrm>
            <a:off x="3137639" y="3073845"/>
            <a:ext cx="1559067" cy="974173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8">
            <a:extLst>
              <a:ext uri="{FF2B5EF4-FFF2-40B4-BE49-F238E27FC236}">
                <a16:creationId xmlns:a16="http://schemas.microsoft.com/office/drawing/2014/main" id="{3B7E679C-A35D-1C8D-1486-BA04B046BE1D}"/>
              </a:ext>
            </a:extLst>
          </p:cNvPr>
          <p:cNvSpPr/>
          <p:nvPr/>
        </p:nvSpPr>
        <p:spPr>
          <a:xfrm>
            <a:off x="5587953" y="4535925"/>
            <a:ext cx="1312423" cy="53951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47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2E97-EF58-E25C-482F-BD524B5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up an account with your </a:t>
            </a:r>
            <a:br>
              <a:rPr lang="en-US"/>
            </a:br>
            <a:r>
              <a:rPr lang="en-US" b="1"/>
              <a:t>CUHK email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7E91AB-BE08-2870-BB01-615978FD4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951" y="1496851"/>
            <a:ext cx="4408668" cy="3602736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0CF5E3-FEDA-7BBF-BB50-8B9F189EDBF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665" y="2524689"/>
            <a:ext cx="5302674" cy="4333311"/>
          </a:xfrm>
          <a:prstGeom prst="rect">
            <a:avLst/>
          </a:prstGeom>
        </p:spPr>
      </p:pic>
      <p:sp>
        <p:nvSpPr>
          <p:cNvPr id="8" name="矩形: 圆角 8">
            <a:extLst>
              <a:ext uri="{FF2B5EF4-FFF2-40B4-BE49-F238E27FC236}">
                <a16:creationId xmlns:a16="http://schemas.microsoft.com/office/drawing/2014/main" id="{23E2CDC0-73D7-BF5F-FB9C-CFDDDCB8CE6D}"/>
              </a:ext>
            </a:extLst>
          </p:cNvPr>
          <p:cNvSpPr/>
          <p:nvPr/>
        </p:nvSpPr>
        <p:spPr>
          <a:xfrm>
            <a:off x="1355000" y="4268797"/>
            <a:ext cx="2292326" cy="447041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5BAF4-0CEB-22DC-F0E8-A22948569309}"/>
              </a:ext>
            </a:extLst>
          </p:cNvPr>
          <p:cNvSpPr txBox="1"/>
          <p:nvPr/>
        </p:nvSpPr>
        <p:spPr>
          <a:xfrm>
            <a:off x="5063701" y="4730255"/>
            <a:ext cx="307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1155xxxxxx@link.cuhk.edu.hk</a:t>
            </a:r>
          </a:p>
        </p:txBody>
      </p:sp>
    </p:spTree>
    <p:extLst>
      <p:ext uri="{BB962C8B-B14F-4D97-AF65-F5344CB8AC3E}">
        <p14:creationId xmlns:p14="http://schemas.microsoft.com/office/powerpoint/2010/main" val="137769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B1397-D4E1-B4C1-FD29-92941733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 with your information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88C5C7-A1FA-C675-C9FE-42D23DDDB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330" y="2260198"/>
            <a:ext cx="4408668" cy="3602736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71E0AE-627E-59DD-D414-67BF63A297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98" y="2260198"/>
            <a:ext cx="4408669" cy="36027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C9B9D0-9D11-E4B6-30D3-59CF54C5D93E}"/>
              </a:ext>
            </a:extLst>
          </p:cNvPr>
          <p:cNvSpPr txBox="1"/>
          <p:nvPr/>
        </p:nvSpPr>
        <p:spPr>
          <a:xfrm>
            <a:off x="7602382" y="2075532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Success!</a:t>
            </a:r>
          </a:p>
        </p:txBody>
      </p:sp>
    </p:spTree>
    <p:extLst>
      <p:ext uri="{BB962C8B-B14F-4D97-AF65-F5344CB8AC3E}">
        <p14:creationId xmlns:p14="http://schemas.microsoft.com/office/powerpoint/2010/main" val="748252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9D93-6C62-ED65-DF74-FF38ECF9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 to </a:t>
            </a:r>
            <a:r>
              <a:rPr lang="en-US" err="1"/>
              <a:t>CLion</a:t>
            </a:r>
            <a:r>
              <a:rPr lang="en-US"/>
              <a:t> and </a:t>
            </a:r>
            <a:br>
              <a:rPr lang="en-US"/>
            </a:br>
            <a:r>
              <a:rPr lang="en-US"/>
              <a:t>log in with your new account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250600-765D-A179-B67D-BBF171F1D7E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935" y="1520547"/>
            <a:ext cx="5599416" cy="4536066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436D4B-0361-C514-3C3F-37528FFE44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8707" y="2931145"/>
            <a:ext cx="4805293" cy="3926855"/>
          </a:xfrm>
          <a:prstGeom prst="rect">
            <a:avLst/>
          </a:prstGeom>
        </p:spPr>
      </p:pic>
      <p:sp>
        <p:nvSpPr>
          <p:cNvPr id="7" name="矩形: 圆角 8">
            <a:extLst>
              <a:ext uri="{FF2B5EF4-FFF2-40B4-BE49-F238E27FC236}">
                <a16:creationId xmlns:a16="http://schemas.microsoft.com/office/drawing/2014/main" id="{6AC6C84B-3F00-0779-D526-816E5CE0E7E1}"/>
              </a:ext>
            </a:extLst>
          </p:cNvPr>
          <p:cNvSpPr/>
          <p:nvPr/>
        </p:nvSpPr>
        <p:spPr>
          <a:xfrm>
            <a:off x="820744" y="3722047"/>
            <a:ext cx="1799166" cy="53951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15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5E9B-5768-4B39-B4F6-26B4DE45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 need to import settings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B749A6-6D4C-F3ED-1B15-610BF6972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1041" y="1825625"/>
            <a:ext cx="5381918" cy="4351338"/>
          </a:xfrm>
        </p:spPr>
      </p:pic>
      <p:sp>
        <p:nvSpPr>
          <p:cNvPr id="6" name="矩形: 圆角 8">
            <a:extLst>
              <a:ext uri="{FF2B5EF4-FFF2-40B4-BE49-F238E27FC236}">
                <a16:creationId xmlns:a16="http://schemas.microsoft.com/office/drawing/2014/main" id="{61F7522B-0F21-AB25-2E5D-A57B5803E087}"/>
              </a:ext>
            </a:extLst>
          </p:cNvPr>
          <p:cNvSpPr/>
          <p:nvPr/>
        </p:nvSpPr>
        <p:spPr>
          <a:xfrm>
            <a:off x="3399556" y="3886433"/>
            <a:ext cx="2333423" cy="634195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61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F50E6-C6F2-17AC-B9F7-8C46D908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free </a:t>
            </a:r>
            <a:r>
              <a:rPr lang="en-US" err="1"/>
              <a:t>CLion</a:t>
            </a:r>
            <a:r>
              <a:rPr lang="en-US"/>
              <a:t> 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4AE52-A308-7DE0-E12A-F5C046C7B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You may read the agreement for this free license</a:t>
            </a:r>
          </a:p>
          <a:p>
            <a:pPr lvl="1"/>
            <a:r>
              <a:rPr lang="en-US" i="1">
                <a:hlinkClick r:id="rId2"/>
              </a:rPr>
              <a:t>https://www.jetbrains.com/legal/docs/toolbox/license_non-commercial/</a:t>
            </a:r>
            <a:endParaRPr lang="en-US" i="1"/>
          </a:p>
          <a:p>
            <a:r>
              <a:rPr lang="en-US"/>
              <a:t>You must not use this for commercial development</a:t>
            </a:r>
          </a:p>
          <a:p>
            <a:r>
              <a:rPr lang="en-US"/>
              <a:t>The license is available for one year free of charge</a:t>
            </a:r>
          </a:p>
          <a:p>
            <a:endParaRPr lang="en-US"/>
          </a:p>
          <a:p>
            <a:r>
              <a:rPr lang="en-US"/>
              <a:t>You may wish to try the JetBrains student pack</a:t>
            </a:r>
          </a:p>
          <a:p>
            <a:pPr lvl="1"/>
            <a:r>
              <a:rPr lang="en-US" i="1">
                <a:hlinkClick r:id="rId3"/>
              </a:rPr>
              <a:t>https://www.jetbrains.com/academy/student-pack/</a:t>
            </a:r>
            <a:endParaRPr lang="en-US" i="1"/>
          </a:p>
          <a:p>
            <a:pPr lvl="1"/>
            <a:r>
              <a:rPr lang="en-US"/>
              <a:t>More assistance and AI tools</a:t>
            </a:r>
          </a:p>
          <a:p>
            <a:pPr lvl="1"/>
            <a:r>
              <a:rPr lang="en-US" i="1"/>
              <a:t>(Note: You are not encouraged to use AI to help coding)</a:t>
            </a:r>
          </a:p>
        </p:txBody>
      </p:sp>
    </p:spTree>
    <p:extLst>
      <p:ext uri="{BB962C8B-B14F-4D97-AF65-F5344CB8AC3E}">
        <p14:creationId xmlns:p14="http://schemas.microsoft.com/office/powerpoint/2010/main" val="4043252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78CC-A2DF-654D-B4AE-00DBCAB4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start working on lab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91502-FD3B-C89A-791C-F0C33FDBF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First, download the lab exercise starting code (skeleton file) from Blackboard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60A240-0DE6-C1C0-C3C9-C114401660A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122" y="2933700"/>
            <a:ext cx="3910900" cy="2313214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66D3A7-7FAC-4C44-2A58-97D27DB5712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3863749"/>
            <a:ext cx="4339835" cy="2313214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8" name="矩形: 圆角 8">
            <a:extLst>
              <a:ext uri="{FF2B5EF4-FFF2-40B4-BE49-F238E27FC236}">
                <a16:creationId xmlns:a16="http://schemas.microsoft.com/office/drawing/2014/main" id="{B104535B-68F8-97AD-76AC-2AA79BEACEBA}"/>
              </a:ext>
            </a:extLst>
          </p:cNvPr>
          <p:cNvSpPr/>
          <p:nvPr/>
        </p:nvSpPr>
        <p:spPr>
          <a:xfrm>
            <a:off x="2176088" y="4760646"/>
            <a:ext cx="1895169" cy="388297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8">
            <a:extLst>
              <a:ext uri="{FF2B5EF4-FFF2-40B4-BE49-F238E27FC236}">
                <a16:creationId xmlns:a16="http://schemas.microsoft.com/office/drawing/2014/main" id="{D53E4A85-29CD-B1E9-341C-4DFB1DFB6A82}"/>
              </a:ext>
            </a:extLst>
          </p:cNvPr>
          <p:cNvSpPr/>
          <p:nvPr/>
        </p:nvSpPr>
        <p:spPr>
          <a:xfrm>
            <a:off x="6116716" y="5598846"/>
            <a:ext cx="1895169" cy="388297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A3BA7A-C088-E12C-92B2-35CB24F8236A}"/>
              </a:ext>
            </a:extLst>
          </p:cNvPr>
          <p:cNvSpPr txBox="1"/>
          <p:nvPr/>
        </p:nvSpPr>
        <p:spPr>
          <a:xfrm>
            <a:off x="411144" y="4273055"/>
            <a:ext cx="87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(Safari)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8C146-E05B-C859-51B7-CBE3335F8F0B}"/>
              </a:ext>
            </a:extLst>
          </p:cNvPr>
          <p:cNvSpPr txBox="1"/>
          <p:nvPr/>
        </p:nvSpPr>
        <p:spPr>
          <a:xfrm>
            <a:off x="7832309" y="3494417"/>
            <a:ext cx="107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(Chrome)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2D8455-E978-0298-8DFC-404C1CACB839}"/>
              </a:ext>
            </a:extLst>
          </p:cNvPr>
          <p:cNvSpPr txBox="1"/>
          <p:nvPr/>
        </p:nvSpPr>
        <p:spPr>
          <a:xfrm>
            <a:off x="1959046" y="5530632"/>
            <a:ext cx="3654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Remember to choose this one “as…”</a:t>
            </a:r>
            <a:br>
              <a:rPr lang="en-US" b="1">
                <a:solidFill>
                  <a:srgbClr val="C00000"/>
                </a:solidFill>
              </a:rPr>
            </a:br>
            <a:r>
              <a:rPr lang="en-US" b="1">
                <a:solidFill>
                  <a:srgbClr val="C00000"/>
                </a:solidFill>
              </a:rPr>
              <a:t>so that you can decide the filename</a:t>
            </a:r>
          </a:p>
        </p:txBody>
      </p:sp>
    </p:spTree>
    <p:extLst>
      <p:ext uri="{BB962C8B-B14F-4D97-AF65-F5344CB8AC3E}">
        <p14:creationId xmlns:p14="http://schemas.microsoft.com/office/powerpoint/2010/main" val="2052813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32DC-A6E2-44C1-7DCE-DCCE451A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start working on lab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ACBF6-DBD8-047C-3A74-B550B974E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example, set up an ENGG1110 folder, and lab folders inside. Make sure you save the file with the exact filename: </a:t>
            </a:r>
            <a:r>
              <a:rPr lang="en-US" b="1">
                <a:solidFill>
                  <a:srgbClr val="C00000"/>
                </a:solidFill>
              </a:rPr>
              <a:t>lab??ex??.c</a:t>
            </a:r>
          </a:p>
          <a:p>
            <a:r>
              <a:rPr lang="en-US"/>
              <a:t>A </a:t>
            </a:r>
            <a:r>
              <a:rPr lang="en-US" b="1">
                <a:solidFill>
                  <a:srgbClr val="C00000"/>
                </a:solidFill>
              </a:rPr>
              <a:t>wrong filename will be rejected</a:t>
            </a:r>
            <a:r>
              <a:rPr lang="en-US"/>
              <a:t> by </a:t>
            </a:r>
            <a:r>
              <a:rPr lang="en-US" err="1"/>
              <a:t>Gradescope</a:t>
            </a: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01880C-7B95-D32E-976C-E8E1A8F9B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3500" y="3785507"/>
            <a:ext cx="39370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80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1179D-E339-47A1-0EE6-CD583A7E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 the file in </a:t>
            </a:r>
            <a:r>
              <a:rPr lang="en-US" err="1"/>
              <a:t>CLion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012B2-AA04-9F35-A022-60F940683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Right click on the .c file and choose </a:t>
            </a:r>
            <a:r>
              <a:rPr lang="en-US" b="1" i="1"/>
              <a:t>Open With » </a:t>
            </a:r>
            <a:r>
              <a:rPr lang="en-US" b="1" i="1" err="1"/>
              <a:t>CLion</a:t>
            </a:r>
            <a:r>
              <a:rPr lang="en-US"/>
              <a:t>, or</a:t>
            </a:r>
          </a:p>
          <a:p>
            <a:r>
              <a:rPr lang="en-US"/>
              <a:t>Drag the .c file towards the </a:t>
            </a:r>
            <a:r>
              <a:rPr lang="en-US" err="1"/>
              <a:t>CLion</a:t>
            </a:r>
            <a:r>
              <a:rPr lang="en-US"/>
              <a:t> icon in your task bar, or</a:t>
            </a:r>
          </a:p>
          <a:p>
            <a:r>
              <a:rPr lang="en-US"/>
              <a:t>Choose </a:t>
            </a:r>
            <a:r>
              <a:rPr lang="en-US" b="1" i="1"/>
              <a:t>File » Open… </a:t>
            </a:r>
            <a:r>
              <a:rPr lang="en-US"/>
              <a:t>and find your .c file</a:t>
            </a:r>
          </a:p>
          <a:p>
            <a:endParaRPr lang="en-US"/>
          </a:p>
          <a:p>
            <a:r>
              <a:rPr lang="en-US"/>
              <a:t>You may need to allow your OS to access your folders, or trust the destination folders</a:t>
            </a:r>
          </a:p>
          <a:p>
            <a:r>
              <a:rPr lang="en-US"/>
              <a:t>It’s okay whether you </a:t>
            </a:r>
            <a:r>
              <a:rPr lang="en-US" b="1"/>
              <a:t>OK</a:t>
            </a:r>
            <a:r>
              <a:rPr lang="en-US"/>
              <a:t> or </a:t>
            </a:r>
            <a:r>
              <a:rPr lang="en-US" b="1"/>
              <a:t>Cancel</a:t>
            </a:r>
            <a:r>
              <a:rPr lang="en-US"/>
              <a:t> the following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1437851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3575-3CDA-B9BB-ADB4-E721490D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Disabling AI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184A5-C0EE-CE93-B615-7BE2706A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79921" cy="4351338"/>
          </a:xfrm>
        </p:spPr>
        <p:txBody>
          <a:bodyPr/>
          <a:lstStyle/>
          <a:p>
            <a:r>
              <a:rPr lang="en-US"/>
              <a:t>For learning's sake, you should </a:t>
            </a:r>
            <a:r>
              <a:rPr lang="en-US" b="1" i="1"/>
              <a:t>disable</a:t>
            </a:r>
            <a:r>
              <a:rPr lang="en-US"/>
              <a:t> the AI-assisted code auto-completion!</a:t>
            </a:r>
          </a:p>
          <a:p>
            <a:pPr lvl="1"/>
            <a:r>
              <a:rPr lang="en-US"/>
              <a:t>Work hard and you CAN finish the tasks without such help</a:t>
            </a:r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B8A7DA-FD4E-0B40-17F8-104A575FADA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998" y="3178628"/>
            <a:ext cx="6818004" cy="3426176"/>
          </a:xfrm>
          <a:prstGeom prst="rect">
            <a:avLst/>
          </a:prstGeom>
        </p:spPr>
      </p:pic>
      <p:sp>
        <p:nvSpPr>
          <p:cNvPr id="10" name="矩形: 圆角 8">
            <a:extLst>
              <a:ext uri="{FF2B5EF4-FFF2-40B4-BE49-F238E27FC236}">
                <a16:creationId xmlns:a16="http://schemas.microsoft.com/office/drawing/2014/main" id="{D3EA8B1A-4C58-F2AC-45F0-AA8A089C74AF}"/>
              </a:ext>
            </a:extLst>
          </p:cNvPr>
          <p:cNvSpPr/>
          <p:nvPr/>
        </p:nvSpPr>
        <p:spPr>
          <a:xfrm>
            <a:off x="3743630" y="3779930"/>
            <a:ext cx="2809570" cy="312096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C87DD-2876-3848-755F-CEFDDF65C79B}"/>
              </a:ext>
            </a:extLst>
          </p:cNvPr>
          <p:cNvSpPr txBox="1"/>
          <p:nvPr/>
        </p:nvSpPr>
        <p:spPr>
          <a:xfrm>
            <a:off x="628649" y="4986048"/>
            <a:ext cx="2737416" cy="646331"/>
          </a:xfrm>
          <a:prstGeom prst="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Settings »</a:t>
            </a:r>
          </a:p>
          <a:p>
            <a:r>
              <a:rPr lang="en-US">
                <a:solidFill>
                  <a:srgbClr val="C00000"/>
                </a:solidFill>
              </a:rPr>
              <a:t>Editor » </a:t>
            </a:r>
            <a:r>
              <a:rPr lang="en-US" b="1">
                <a:solidFill>
                  <a:srgbClr val="C00000"/>
                </a:solidFill>
              </a:rPr>
              <a:t>Inline Completion </a:t>
            </a:r>
          </a:p>
        </p:txBody>
      </p:sp>
      <p:sp>
        <p:nvSpPr>
          <p:cNvPr id="12" name="矩形: 圆角 8">
            <a:extLst>
              <a:ext uri="{FF2B5EF4-FFF2-40B4-BE49-F238E27FC236}">
                <a16:creationId xmlns:a16="http://schemas.microsoft.com/office/drawing/2014/main" id="{68931403-3C41-387A-9C84-86C3EDF5B862}"/>
              </a:ext>
            </a:extLst>
          </p:cNvPr>
          <p:cNvSpPr/>
          <p:nvPr/>
        </p:nvSpPr>
        <p:spPr>
          <a:xfrm>
            <a:off x="3710973" y="5957073"/>
            <a:ext cx="2809570" cy="312096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3C675-7D70-FA2E-27E2-909CEEB550E4}"/>
              </a:ext>
            </a:extLst>
          </p:cNvPr>
          <p:cNvSpPr txBox="1"/>
          <p:nvPr/>
        </p:nvSpPr>
        <p:spPr>
          <a:xfrm>
            <a:off x="4128761" y="5632379"/>
            <a:ext cx="2467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>
                <a:solidFill>
                  <a:srgbClr val="C00000"/>
                </a:solidFill>
              </a:rPr>
              <a:t>You also don’t need this</a:t>
            </a:r>
          </a:p>
        </p:txBody>
      </p:sp>
    </p:spTree>
    <p:extLst>
      <p:ext uri="{BB962C8B-B14F-4D97-AF65-F5344CB8AC3E}">
        <p14:creationId xmlns:p14="http://schemas.microsoft.com/office/powerpoint/2010/main" val="1039453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C28C-59DE-FB72-68CA-6335DFDE0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Right click and </a:t>
            </a:r>
            <a:r>
              <a:rPr lang="en-US" b="1"/>
              <a:t>Run</a:t>
            </a:r>
            <a:r>
              <a:rPr lang="en-US"/>
              <a:t> the code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6F99EC-8546-F957-7771-13167A5B0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0" y="1836854"/>
            <a:ext cx="3909783" cy="15314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D70D47-8C8E-F3D1-29DB-DB43736D0C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3730" y="1277032"/>
            <a:ext cx="4386323" cy="54204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Bent Arrow 11">
            <a:extLst>
              <a:ext uri="{FF2B5EF4-FFF2-40B4-BE49-F238E27FC236}">
                <a16:creationId xmlns:a16="http://schemas.microsoft.com/office/drawing/2014/main" id="{AE3E5E2C-A9EC-782A-01F8-B55B2911AF1B}"/>
              </a:ext>
            </a:extLst>
          </p:cNvPr>
          <p:cNvSpPr/>
          <p:nvPr/>
        </p:nvSpPr>
        <p:spPr>
          <a:xfrm flipV="1">
            <a:off x="1990269" y="3777344"/>
            <a:ext cx="1186543" cy="1132114"/>
          </a:xfrm>
          <a:prstGeom prst="ben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D0D158-2974-4E84-B3AD-99FCC770D0B6}"/>
              </a:ext>
            </a:extLst>
          </p:cNvPr>
          <p:cNvSpPr txBox="1"/>
          <p:nvPr/>
        </p:nvSpPr>
        <p:spPr>
          <a:xfrm>
            <a:off x="628650" y="1485678"/>
            <a:ext cx="254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Right click on the file tab</a:t>
            </a:r>
          </a:p>
        </p:txBody>
      </p:sp>
    </p:spTree>
    <p:extLst>
      <p:ext uri="{BB962C8B-B14F-4D97-AF65-F5344CB8AC3E}">
        <p14:creationId xmlns:p14="http://schemas.microsoft.com/office/powerpoint/2010/main" val="1634218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3296-D118-732F-4F2E-C9BC5E5A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results appear!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79D595-9507-421D-9413-6FBAFED82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(…if the code works well)</a:t>
            </a:r>
          </a:p>
        </p:txBody>
      </p:sp>
      <p:pic>
        <p:nvPicPr>
          <p:cNvPr id="8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22AF39-85C2-DA50-E8C7-A5953AFFAC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0" y="2496344"/>
            <a:ext cx="7886700" cy="3467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直接箭头连接符 9">
            <a:extLst>
              <a:ext uri="{FF2B5EF4-FFF2-40B4-BE49-F238E27FC236}">
                <a16:creationId xmlns:a16="http://schemas.microsoft.com/office/drawing/2014/main" id="{525C37C6-F01E-F74D-774B-2B835156415D}"/>
              </a:ext>
            </a:extLst>
          </p:cNvPr>
          <p:cNvCxnSpPr>
            <a:cxnSpLocks/>
          </p:cNvCxnSpPr>
          <p:nvPr/>
        </p:nvCxnSpPr>
        <p:spPr>
          <a:xfrm>
            <a:off x="250371" y="4016829"/>
            <a:ext cx="1012372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673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A178-751A-3A87-D909-8ED43D44D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CCB05-CAFB-CF43-F7D9-B595F62EB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If you check your files, next to the .c file, an executable file would be generated after running the code</a:t>
            </a:r>
          </a:p>
          <a:p>
            <a:r>
              <a:rPr lang="en-US"/>
              <a:t>There are much more functions in </a:t>
            </a:r>
            <a:r>
              <a:rPr lang="en-US" err="1"/>
              <a:t>CLion</a:t>
            </a:r>
            <a:r>
              <a:rPr lang="en-US"/>
              <a:t> to manage multiple source code files, external libraries, etc. as a project, but we will not cover it for now</a:t>
            </a:r>
          </a:p>
          <a:p>
            <a:endParaRPr lang="en-US"/>
          </a:p>
          <a:p>
            <a:r>
              <a:rPr lang="en-US" b="1" i="1"/>
              <a:t>Have fun coding!</a:t>
            </a:r>
          </a:p>
          <a:p>
            <a:r>
              <a:rPr lang="en-US"/>
              <a:t>If you are already a fan of other IDE, and C is supported, feel free to explore and try around</a:t>
            </a:r>
          </a:p>
        </p:txBody>
      </p:sp>
    </p:spTree>
    <p:extLst>
      <p:ext uri="{BB962C8B-B14F-4D97-AF65-F5344CB8AC3E}">
        <p14:creationId xmlns:p14="http://schemas.microsoft.com/office/powerpoint/2010/main" val="11022833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Using CLion on Windows or MacOS</vt:lpstr>
      <vt:lpstr>What is CLion?</vt:lpstr>
      <vt:lpstr>Download and Install CLion</vt:lpstr>
      <vt:lpstr>Search for CLion to open (MacOS)</vt:lpstr>
      <vt:lpstr>Search for CLion to open (Windows)</vt:lpstr>
      <vt:lpstr>Read the User Agreement</vt:lpstr>
      <vt:lpstr>Choose for Non-Commercial Use</vt:lpstr>
      <vt:lpstr>Set up an account with your  CUHK email</vt:lpstr>
      <vt:lpstr>Register with your information</vt:lpstr>
      <vt:lpstr>Return to CLion and  log in with your new account</vt:lpstr>
      <vt:lpstr>No need to import settings</vt:lpstr>
      <vt:lpstr>Your free CLion license</vt:lpstr>
      <vt:lpstr>To start working on lab exercises</vt:lpstr>
      <vt:lpstr>To start working on lab exercises</vt:lpstr>
      <vt:lpstr>Open the file in CLion</vt:lpstr>
      <vt:lpstr>Disabling AI help</vt:lpstr>
      <vt:lpstr>Right click and Run the code</vt:lpstr>
      <vt:lpstr>The results appear!</vt:lpstr>
      <vt:lpstr>Final words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Xcode</dc:title>
  <dc:creator>Liz</dc:creator>
  <cp:revision>1</cp:revision>
  <dcterms:created xsi:type="dcterms:W3CDTF">2024-03-27T06:19:54Z</dcterms:created>
  <dcterms:modified xsi:type="dcterms:W3CDTF">2025-09-04T02:29:45Z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BEA8DD8AC1854F44DE2A00660E5A4449_43</vt:lpwstr>
  </property>
  <property fmtid="{D5CDD505-2E9C-101B-9397-08002B2CF9AE}" pid="3" name="KSOProductBuildVer">
    <vt:lpwstr>1033-6.5.2.8766</vt:lpwstr>
  </property>
</Properties>
</file>